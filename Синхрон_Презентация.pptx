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47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«СИНХРОН»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Музыкальная ритм-игра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·  raylib  ·  JSON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C2333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1148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0120" y="10972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Нажимай A / S / D в такт музыке — попадай по нотам, падающим к линии удара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C2333"/>
          </a:solidFill>
          <a:ln w="1905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9" name="Text 6"/>
          <p:cNvSpPr/>
          <p:nvPr/>
        </p:nvSpPr>
        <p:spPr>
          <a:xfrm>
            <a:off x="484632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94960" y="10972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уровня разной сложности с уникальными треками и эффектами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8346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41148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0120" y="29260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очков, комбо-множитель и таблица рекордов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09160" y="283464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5" name="Text 12"/>
          <p:cNvSpPr/>
          <p:nvPr/>
        </p:nvSpPr>
        <p:spPr>
          <a:xfrm>
            <a:off x="484632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94960" y="292608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Визуальные эффекты, реагирующие на музыку в реальном времени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технологии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1148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10332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399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производительность, контроль над ресурсами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1488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411480" y="2313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7280" y="2221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587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Графика, звук, ввод пользователя, управление окном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33756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411480" y="35021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97280" y="3410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37764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уровней — карты нот, BPM, цвета, эффекты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00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 w="1905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4892040" y="17647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1673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std::fstream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2039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Файловый ввод-вывод для сохранений и рекордов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7889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22" name="Text 19"/>
          <p:cNvSpPr/>
          <p:nvPr/>
        </p:nvSpPr>
        <p:spPr>
          <a:xfrm>
            <a:off x="4892040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577840" y="28620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Win32 API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77840" y="3227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Полноэкранный режим, открытие справки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Модульная структура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Окно, загрузка ресурсов, главный цикл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9" name="Text 6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menu.cpp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Заставка и главное меню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286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gameplay.cpp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788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игры и отрисовка нот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286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5" name="Text 12"/>
          <p:cNvSpPr/>
          <p:nvPr/>
        </p:nvSpPr>
        <p:spPr>
          <a:xfrm>
            <a:off x="489204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pause.cpp / result.cpp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92040" y="2788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 и экран результатов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6118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45720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game_data.cpp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114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парсинг JSON, сохранения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36118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sp>
        <p:nvSpPr>
          <p:cNvPr id="21" name="Text 18"/>
          <p:cNvSpPr/>
          <p:nvPr/>
        </p:nvSpPr>
        <p:spPr>
          <a:xfrm>
            <a:off x="489204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background_manager.cpp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2040" y="4114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Анимированный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нот с музыкой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11480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560" y="1014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38074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GetMusicTimePlayed() — реальное время аудиопотока для оценки попадания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96596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411480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🎞️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560" y="20208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Сглаженное время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38658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Интерполяция — </a:t>
            </a:r>
            <a:r>
              <a:rPr lang="ru-RU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плавное непрерывное движение нот по экрану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41148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1560" y="3026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позиции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339242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HIT_Y − (время_ноты − время) × скорость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9776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411480" y="4160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51560" y="40325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попадания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51560" y="439826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Нота на линии удара ⟺ время аудио = времени ноты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оценки попаданий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36576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0" y="9601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8" name="Text 5"/>
          <p:cNvSpPr/>
          <p:nvPr/>
        </p:nvSpPr>
        <p:spPr>
          <a:xfrm>
            <a:off x="365760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9601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603504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Очки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508760"/>
            <a:ext cx="32004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Shape 9"/>
          <p:cNvSpPr/>
          <p:nvPr/>
        </p:nvSpPr>
        <p:spPr>
          <a:xfrm>
            <a:off x="3657600" y="1508760"/>
            <a:ext cx="22860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Shape 10"/>
          <p:cNvSpPr/>
          <p:nvPr/>
        </p:nvSpPr>
        <p:spPr>
          <a:xfrm>
            <a:off x="6035040" y="1508760"/>
            <a:ext cx="27432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365760" y="1508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ИДЕАЛЬНО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0" y="1508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45 мс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1508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2167128"/>
            <a:ext cx="32004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Shape 15"/>
          <p:cNvSpPr/>
          <p:nvPr/>
        </p:nvSpPr>
        <p:spPr>
          <a:xfrm>
            <a:off x="3657600" y="2167128"/>
            <a:ext cx="22860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Shape 16"/>
          <p:cNvSpPr/>
          <p:nvPr/>
        </p:nvSpPr>
        <p:spPr>
          <a:xfrm>
            <a:off x="6035040" y="2167128"/>
            <a:ext cx="274320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365760" y="2167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ХОРОШО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0" y="21671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90 мс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2167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2825496"/>
            <a:ext cx="3200400" cy="566928"/>
          </a:xfrm>
          <a:prstGeom prst="rect">
            <a:avLst/>
          </a:prstGeom>
          <a:solidFill>
            <a:srgbClr val="1C2333"/>
          </a:solidFill>
          <a:ln w="63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4" name="Shape 21"/>
          <p:cNvSpPr/>
          <p:nvPr/>
        </p:nvSpPr>
        <p:spPr>
          <a:xfrm>
            <a:off x="3657600" y="2825496"/>
            <a:ext cx="2286000" cy="566928"/>
          </a:xfrm>
          <a:prstGeom prst="rect">
            <a:avLst/>
          </a:prstGeom>
          <a:solidFill>
            <a:srgbClr val="1C2333"/>
          </a:solidFill>
          <a:ln w="63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5" name="Shape 22"/>
          <p:cNvSpPr/>
          <p:nvPr/>
        </p:nvSpPr>
        <p:spPr>
          <a:xfrm>
            <a:off x="6035040" y="2825496"/>
            <a:ext cx="2743200" cy="566928"/>
          </a:xfrm>
          <a:prstGeom prst="rect">
            <a:avLst/>
          </a:prstGeom>
          <a:solidFill>
            <a:srgbClr val="1C2333"/>
          </a:solidFill>
          <a:ln w="63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Text 23"/>
          <p:cNvSpPr/>
          <p:nvPr/>
        </p:nvSpPr>
        <p:spPr>
          <a:xfrm>
            <a:off x="365760" y="2825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УДЕРЖАНИЕ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0" y="28254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такт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35040" y="28254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74320" y="361188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30" name="Text 27"/>
          <p:cNvSpPr/>
          <p:nvPr/>
        </p:nvSpPr>
        <p:spPr>
          <a:xfrm>
            <a:off x="457200" y="3639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КОМБО-МНОЖИТЕЛЬ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200" y="40416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за каждые 10 нот подряд → максимум ×5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Промах / ловушка / пустое нажатие → комбо сбрасывается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нот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254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109728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🟣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114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нота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Попасть в нужный момент нажатием соответствующей клавиши (A / S / 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2540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402336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💀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3375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3756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Нажимать нельзя! Срабатывание = штраф + сброс комбо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694944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🟡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2636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6364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Клавишу нужно зажать и держать на протяжении всей длины ноты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нот усложняет геймплей и повышает реиграбельность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в формате JSON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2755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"bpm":</a:t>
            </a: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120,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4996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7236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9476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"notes":</a:t>
            </a: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1717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395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"time":</a:t>
            </a: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1200,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26197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"lane":</a:t>
            </a: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1,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28437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</a:t>
            </a: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"normal"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0678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32918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35158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7398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9601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5349240" y="960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Каждый уровень — отдельный JSON-файл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12080" y="18288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19"/>
          <p:cNvSpPr/>
          <p:nvPr/>
        </p:nvSpPr>
        <p:spPr>
          <a:xfrm>
            <a:off x="534924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BPM, массив нот</a:t>
            </a:r>
            <a:endParaRPr lang="en-US" sz="1200" dirty="0"/>
          </a:p>
        </p:txBody>
      </p:sp>
      <p:sp>
        <p:nvSpPr>
          <p:cNvPr id="25" name="Shape 22"/>
          <p:cNvSpPr>
            <a:spLocks/>
          </p:cNvSpPr>
          <p:nvPr/>
        </p:nvSpPr>
        <p:spPr>
          <a:xfrm>
            <a:off x="5212080" y="2688336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Text 23"/>
          <p:cNvSpPr/>
          <p:nvPr/>
        </p:nvSpPr>
        <p:spPr>
          <a:xfrm>
            <a:off x="530352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Новый уровень = трек + JSON + строка в списке. Легко масштабируется!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СОХРАНЕНИЕ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7" name="Text 4"/>
          <p:cNvSpPr/>
          <p:nvPr/>
        </p:nvSpPr>
        <p:spPr>
          <a:xfrm>
            <a:off x="41148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Таблица рекордов по каждому уровню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12140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Text 6"/>
          <p:cNvSpPr/>
          <p:nvPr/>
        </p:nvSpPr>
        <p:spPr>
          <a:xfrm>
            <a:off x="411480" y="21214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Настройки: громкость, скорость нот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871216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1" name="Text 8"/>
          <p:cNvSpPr/>
          <p:nvPr/>
        </p:nvSpPr>
        <p:spPr>
          <a:xfrm>
            <a:off x="411480" y="287121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Режим экрана (оконный / полноэкранный)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Text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Формат хранения — 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текстовые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файлы (std::</a:t>
            </a:r>
            <a:r>
              <a:rPr lang="en-US" sz="120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fstream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Технические решения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C2333"/>
          </a:solidFill>
          <a:ln w="254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43000" y="10698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холста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508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холст 1920×1080 + масштабирование → одинаковый внешний вид на любом мониторе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C2333"/>
          </a:solidFill>
          <a:ln w="254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4846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⏩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577840" y="10698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VSync + ограничение dt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1508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Вертикальная синхронизация и кап дельта-времени обеспечивают плавность без рывков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92608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C2333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4114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143000" y="30358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потока времени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3474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 для оценки попаданий + сглаженное визуальное время — ноты не дёргаются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09160" y="292608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C2333"/>
          </a:solidFill>
          <a:ln w="25400">
            <a:solidFill>
              <a:srgbClr val="EC4899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48463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🌈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577840" y="30358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эффекты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7840" y="3474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уровням: наклон камеры, прожекторы, хроматическая аберрация — уникальная атмосфера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перспективы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8595360" cy="1188720"/>
          </a:xfrm>
          <a:prstGeom prst="roundRect">
            <a:avLst>
              <a:gd name="adj" fmla="val 9231"/>
            </a:avLst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РЕЗУЛЬТАТ: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полноценная ритм-игра «Синхрон» с 4 уровнями, системой очков, комбо-множителем, таблицей рекордов и тематическими визуальными эффектами. Цель достигнута.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ПЕРСПЕКТИВЫ РАЗВИТИЯ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0" name="Text 7"/>
          <p:cNvSpPr/>
          <p:nvPr/>
        </p:nvSpPr>
        <p:spPr>
          <a:xfrm>
            <a:off x="118872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🎛️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1148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редактор уровней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3" name="Text 10"/>
          <p:cNvSpPr/>
          <p:nvPr/>
        </p:nvSpPr>
        <p:spPr>
          <a:xfrm>
            <a:off x="411480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33756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Онлайн-таблица лидеров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2333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16" name="Text 13"/>
          <p:cNvSpPr/>
          <p:nvPr/>
        </p:nvSpPr>
        <p:spPr>
          <a:xfrm>
            <a:off x="704088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🎵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6364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треки и игровые механики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" y="4448556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0" name="Shape 17"/>
          <p:cNvSpPr/>
          <p:nvPr/>
        </p:nvSpPr>
        <p:spPr>
          <a:xfrm>
            <a:off x="2286000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1" name="Shape 18"/>
          <p:cNvSpPr/>
          <p:nvPr/>
        </p:nvSpPr>
        <p:spPr>
          <a:xfrm>
            <a:off x="2633472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2" name="Shape 19"/>
          <p:cNvSpPr/>
          <p:nvPr/>
        </p:nvSpPr>
        <p:spPr>
          <a:xfrm>
            <a:off x="2980944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3" name="Shape 20"/>
          <p:cNvSpPr/>
          <p:nvPr/>
        </p:nvSpPr>
        <p:spPr>
          <a:xfrm>
            <a:off x="3328416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4" name="Shape 21"/>
          <p:cNvSpPr/>
          <p:nvPr/>
        </p:nvSpPr>
        <p:spPr>
          <a:xfrm>
            <a:off x="3675888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5" name="Shape 22"/>
          <p:cNvSpPr/>
          <p:nvPr/>
        </p:nvSpPr>
        <p:spPr>
          <a:xfrm>
            <a:off x="4023360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6" name="Shape 23"/>
          <p:cNvSpPr/>
          <p:nvPr/>
        </p:nvSpPr>
        <p:spPr>
          <a:xfrm>
            <a:off x="4370832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7" name="Shape 24"/>
          <p:cNvSpPr/>
          <p:nvPr/>
        </p:nvSpPr>
        <p:spPr>
          <a:xfrm>
            <a:off x="4718304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8" name="Shape 25"/>
          <p:cNvSpPr/>
          <p:nvPr/>
        </p:nvSpPr>
        <p:spPr>
          <a:xfrm>
            <a:off x="5065776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29" name="Shape 26"/>
          <p:cNvSpPr/>
          <p:nvPr/>
        </p:nvSpPr>
        <p:spPr>
          <a:xfrm>
            <a:off x="5413248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30" name="Shape 27"/>
          <p:cNvSpPr/>
          <p:nvPr/>
        </p:nvSpPr>
        <p:spPr>
          <a:xfrm>
            <a:off x="5760720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31" name="Shape 28"/>
          <p:cNvSpPr/>
          <p:nvPr/>
        </p:nvSpPr>
        <p:spPr>
          <a:xfrm>
            <a:off x="6108192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32" name="Shape 29"/>
          <p:cNvSpPr/>
          <p:nvPr/>
        </p:nvSpPr>
        <p:spPr>
          <a:xfrm>
            <a:off x="6455664" y="4709160"/>
            <a:ext cx="137160" cy="137160"/>
          </a:xfrm>
          <a:prstGeom prst="lin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ru-BY"/>
          </a:p>
        </p:txBody>
      </p:sp>
      <p:sp>
        <p:nvSpPr>
          <p:cNvPr id="33" name="Shape 30"/>
          <p:cNvSpPr/>
          <p:nvPr/>
        </p:nvSpPr>
        <p:spPr>
          <a:xfrm>
            <a:off x="6803136" y="4709160"/>
            <a:ext cx="137160" cy="1371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B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550</Words>
  <Application>Microsoft Office PowerPoint</Application>
  <PresentationFormat>Экран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Музыкальная ритм-игра «Синхрон»</dc:title>
  <dc:subject>PptxGenJS Presentation</dc:subject>
  <dc:creator>PptxGenJS</dc:creator>
  <cp:lastModifiedBy>Lisovskiy Evgeniy</cp:lastModifiedBy>
  <cp:revision>3</cp:revision>
  <dcterms:created xsi:type="dcterms:W3CDTF">2026-06-22T09:30:23Z</dcterms:created>
  <dcterms:modified xsi:type="dcterms:W3CDTF">2026-06-22T12:16:41Z</dcterms:modified>
</cp:coreProperties>
</file>